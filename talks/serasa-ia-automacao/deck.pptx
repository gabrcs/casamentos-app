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pontuação. Encene o diálogo: faça a pergunta errada em voz alta e dê a resposta que sempre vem. A linha de baixo é o roteiro — aponte pra ela.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em voz alta, rápido, e pare na 2 e na 3 — são as duas destacadas. Diga que este slide está no kit.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o código linha a linha, devagar. O campo faltou_contexto é o detalhe que ninguém espera — sem ele o modelo nunca diz 'não sei'. O limiar sai do eval, não do chute.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substituir pelos slides do caso real. Três blocos, na ordem: processo + a fala que virou losango; o fluxo pintado com placar; o resultado e o que quebrou. ~4 min quando estiver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publicar o repositório e trocar a caixa tracejada por link + QR. Diga que o kit é o motivo de ninguém precisar anotar nada durante a palestra.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3716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58368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2834640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78024" y="283464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74720" y="28346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08576" y="2834640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34670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040880" y="1325880"/>
            <a:ext cx="4480560" cy="2377440"/>
          </a:xfrm>
          <a:prstGeom prst="roundRect">
            <a:avLst>
              <a:gd name="adj" fmla="val 5000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96912" y="15361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6912" y="1810512"/>
            <a:ext cx="3968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160520"/>
            <a:ext cx="10874959" cy="914400"/>
          </a:xfrm>
          <a:prstGeom prst="roundRect">
            <a:avLst>
              <a:gd name="adj" fmla="val 1000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160520"/>
            <a:ext cx="45720" cy="91440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2519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COMBINADO DESTA PALESTRA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47141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demo de ferramenta. Em 25 minutos você sai com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roteiro de entrevista, uma notação de fluxograma e uma regra de decisão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dá pra aplicar no seu processo amanhã de manhã — mais um kit de arquivos pra baixar no fim.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ISSO COMEÇA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pergunta é sempre </a:t>
            </a:r>
            <a:pPr indent="0" marL="0">
              <a:buNone/>
            </a:pPr>
            <a:r>
              <a:rPr lang="en-US" sz="3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errada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340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C9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PERGUNTA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807208" y="2286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C9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PESSOA RESPONDE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07208" y="29443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07208" y="362102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não é o processo. É um palpite de solução — e quem constrói em cima dele automatiza o que alguém imaginou, não o trabalho que existe.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" y="45262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PERGUNTE ASSIM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807208" y="447141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8368" y="5715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meia hora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00784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9222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25296" y="18105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184648" y="1810512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235708"/>
            <a:ext cx="10874959" cy="534924"/>
          </a:xfrm>
          <a:prstGeom prst="roundRect">
            <a:avLst>
              <a:gd name="adj" fmla="val 10256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3271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25296" y="23454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184648" y="2345436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2770632"/>
            <a:ext cx="10874959" cy="534924"/>
          </a:xfrm>
          <a:prstGeom prst="roundRect">
            <a:avLst>
              <a:gd name="adj" fmla="val 10256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8620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25296" y="28803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184648" y="2880360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305556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3969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25296" y="34152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84648" y="3415284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" y="3840480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25296" y="39502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184648" y="3950208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4375404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4668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25296" y="44851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84648" y="4485132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8368" y="4910328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00176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25296" y="502005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184648" y="5020056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58368" y="5559552"/>
            <a:ext cx="10874959" cy="603504"/>
          </a:xfrm>
          <a:prstGeom prst="roundRect">
            <a:avLst>
              <a:gd name="adj" fmla="val 15152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5559552"/>
            <a:ext cx="45720" cy="603504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6509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DELAS FAZEM 70% DO TRABALHO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4400" y="5870448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679192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679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6517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48386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483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4564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370832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370832"/>
            <a:ext cx="45720" cy="91440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4622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6634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pra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Mermaid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draw.io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Mermaid é texto, então versiona no repo e o diff mostra quando o processo mudou.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04672"/>
          </a:xfrm>
          <a:prstGeom prst="roundRect">
            <a:avLst>
              <a:gd name="adj" fmla="val 11364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0467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257800"/>
            <a:ext cx="10874959" cy="822960"/>
          </a:xfrm>
          <a:prstGeom prst="roundRect">
            <a:avLst>
              <a:gd name="adj" fmla="val 1111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257800"/>
            <a:ext cx="45720" cy="82296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349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DE PERGUNTAR — UMA VEZ POR CAIXA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14400" y="5568696"/>
            <a:ext cx="10362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Dá pra fazer com um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Se dá, faça com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não dá, o erro é caro e irreversível? Se é, humano decide (ou a IA propõe e o humano aprova).  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não é, IA com revisão por amostragem.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terceira pergunta, nunca a primeira.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3230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816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429000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6027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89534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35254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80974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ONDE A IA VIRA SOLUÇÃO DE VERDADE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humano na alça são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linhas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um teste pra ver se ele é real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checkpoint é real?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50208"/>
            <a:ext cx="3886200" cy="1234440"/>
          </a:xfrm>
          <a:prstGeom prst="roundRect">
            <a:avLst>
              <a:gd name="adj" fmla="val 740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114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49240"/>
            <a:ext cx="10874959" cy="777240"/>
          </a:xfrm>
          <a:prstGeom prst="roundRect">
            <a:avLst>
              <a:gd name="adj" fmla="val 11765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49240"/>
            <a:ext cx="45720" cy="77724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40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DETALHE QUE QUASE TODO MUNDO ESQUECE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60136"/>
            <a:ext cx="103628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faltou_contexto, o modelo nunca diz “não sei” — ele chuta com confiança alta.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“Não sei” precisa ser saída válida e explicitamente permitida no prompt. E escalone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sugestão junto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fila que chega em branco custa o mesmo que não ter automação.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O CASO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notação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E A CONVERSA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era o processo, quem executava, com que frequência acontecia.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literal de quem executava — a fala que virou losango. É o que amarra este slide ao slide 6.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4794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630826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FLUXO PINTADO + O PLACAR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30826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desenho do slide 9, com as caixas reais.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30826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 caixas → X Python · Y IA · Z humano”. Se a maioria virou Python, diga isso em voz alta: é o ponto da palestra.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1221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347253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QUEBROU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47253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de antes → depois que você defenda no Q&amp;A.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47253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falha: de preferência uma em que o modelo errou com confiança e você só descobriu depois. Como detectou e qual guarda-corpo entrou.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4846320"/>
            <a:ext cx="10874959" cy="804672"/>
          </a:xfrm>
          <a:prstGeom prst="roundRect">
            <a:avLst>
              <a:gd name="adj" fmla="val 11364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846320"/>
            <a:ext cx="45720" cy="80467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377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PREENCHER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10362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vira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ou três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o caso estiver definido: um do processo e da conversa, um do fluxo pintado, um do resultado e das cicatrizes. A estrutura já está de pé — falta o conteúdo.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 caso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— os arquivos que eu usei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montar tudo isso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11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7-perguntas.md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856232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entrevista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slide 4, com o que anotar em cada resposta.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3408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notacao.mmd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47288" y="2386584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fluxograma em Mermaid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copia, troca os nomes das caixas, versiona no repo.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87121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canvas.md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frequência, exceções, custo do erro.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40156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02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47288" y="3447288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perguntas do slide 8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forma de checklist — rode uma vez por caixa.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93192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325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prompt.template.md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3977640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seções de um prompt de produção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papel, tarefa, dados, regras, formato de saída, quando NÃO decidir, casos de borda.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62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628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evals/exemplo.yaml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4507992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casos, cinco de borda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mais o comando que roda no CI e bloqueia o merge.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99262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93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checklist-producao.md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5038344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 antes de ligar o fluxo.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Item desmarcado é risco aceito, com nome e data ao lado.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388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14400" y="57058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 A DEFINIR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72968" y="5614416"/>
            <a:ext cx="8086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 ou pasta compartilhada. Definir também se vai junto a versão instalável como skills, ou só os arquivos em Markdown — que funcionam com qualquer ferramenta.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2026-08-12T23:18:01Z</dcterms:created>
  <dcterms:modified xsi:type="dcterms:W3CDTF">2026-08-12T23:18:01Z</dcterms:modified>
</cp:coreProperties>
</file>