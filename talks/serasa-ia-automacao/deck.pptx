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
PENDENTE: salvar a foto em assets/bruno.jpg e rodar node make_pptx.js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cartas têm a mesma anatomia de propósito: a plateia compara direto o desfecho, 'uma solução' contra 'o processo'. Não é que a pergunta 1 seja proibida — ela pergunta sobre o futuro que a pessoa imagina, e a 2 pergunta sobre o presente que ela executa.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método, não um case fechado — e é de propósito: o que dá para levar embora é a ordem. Pare na fase 3 e diga que o determinístico vem antes da IA porque é assim que sobra menos IA para escrever, testar e pagar. A fase 4 é a que mais gente pula: apresentar e pegar feedback.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último slide antes do fecho. Diga que a skill é o método da palestra empacotado, e que o que ela NÃO faz é o mais importante: ela não chuta. Mostre o print e prometa o link.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foto: salve em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assets/bruno.jpg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813048" y="153619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81304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13048" y="2871216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32704" y="287121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871216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63256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3048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13048" y="3950208"/>
            <a:ext cx="7720279" cy="1417320"/>
          </a:xfrm>
          <a:prstGeom prst="roundRect">
            <a:avLst>
              <a:gd name="adj" fmla="val 8387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87368" y="4370832"/>
            <a:ext cx="7171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para o </a:t>
            </a:r>
            <a:pPr indent="0" marL="0">
              <a:buNone/>
            </a:pPr>
            <a:r>
              <a:rPr lang="en-US" sz="2900" b="1" spc="-64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processo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5C2470"/>
          </a:solidFill>
          <a:ln w="12700">
            <a:solidFill>
              <a:srgbClr val="8E6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5097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0976" y="3410712"/>
            <a:ext cx="4669384" cy="10973"/>
          </a:xfrm>
          <a:prstGeom prst="rect">
            <a:avLst/>
          </a:prstGeom>
          <a:solidFill>
            <a:srgbClr val="8E6F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5097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5097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5097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7872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6A1350"/>
          </a:solidFill>
          <a:ln w="12700">
            <a:solidFill>
              <a:srgbClr val="FF8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133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7133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71336" y="3410712"/>
            <a:ext cx="4669384" cy="10973"/>
          </a:xfrm>
          <a:prstGeom prst="rect">
            <a:avLst/>
          </a:prstGeom>
          <a:solidFill>
            <a:srgbClr val="C26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133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7133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7133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7133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mais esperta — ela só pergunta sobre o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palpite sobre o que deveria mudar; a segunda pede a descrição do que já acontece, e isso qualquer pessoa dá com precisão.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 Me conta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eu monto um projeto desses,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ordem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Mapeio o processo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é feito hoje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a informação vem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planilha, ferramenta, base de dados, Slack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41116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7148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97148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15436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0028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Crio 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15436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80028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Escrevo o código que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pluga a fonte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informação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23864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9896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79896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Dividir o trabalho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98184" y="282549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62776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Codo 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determinísticas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 de sim/não, conforme o fluxo se comporta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8184" y="364845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2776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só onde precisa interpretação e saída qualitativa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8184" y="447141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2776" y="440740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Defino 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e o lugar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output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262643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ciclo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280931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45523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Implemento e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280931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45523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Apresento e pego feedback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resolve mesmo a necessidade?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280931" y="447141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523" y="440740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Ajusto se precisar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8368" y="5321808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5321808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4132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DENTRO DA FASE 3 NÃO É ACASO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14400" y="5632704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determinístico vem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IA. É a mesma cascata do slide 8, agora com as mãos no teclado: eu escrevo os if primeiro e só depois olho o que sobrou. O que sobra costuma ser bem menos do que parecia no começo.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Na prática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mapear-processo</a:t>
            </a:r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desta palestra, instalável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5394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descreve um processo em português corrido. Ela devolve o fluxo desenhado, com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etapa classificada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o motivo de cada classificação.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28254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865376" y="2798064"/>
            <a:ext cx="4187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interativo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abre sem internet · um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 outro agente consumir · 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placar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processo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364845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FAZ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65376" y="3621024"/>
            <a:ext cx="4187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chuta. Quando a descrição não diz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custa errar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falha é percebida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ela marca a etapa como indefinida e devolve a pergunta.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54456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65376" y="444398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-r mapear-processo ~/.claude/skills/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5010912"/>
            <a:ext cx="5394960" cy="566928"/>
          </a:xfrm>
          <a:prstGeom prst="roundRect">
            <a:avLst>
              <a:gd name="adj" fmla="val 1612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512978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12848" y="5129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endereço do repositório entra aqui antes da palestra.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874520"/>
            <a:ext cx="5132527" cy="3977640"/>
          </a:xfrm>
          <a:prstGeom prst="roundRect">
            <a:avLst>
              <a:gd name="adj" fmla="val 2069"/>
            </a:avLst>
          </a:prstGeom>
          <a:solidFill>
            <a:srgbClr val="0F1117"/>
          </a:solidFill>
          <a:ln w="12700">
            <a:solidFill>
              <a:srgbClr val="2A2F3D"/>
            </a:solidFill>
            <a:prstDash val="solid"/>
          </a:ln>
        </p:spPr>
      </p:sp>
      <p:pic>
        <p:nvPicPr>
          <p:cNvPr id="16" name="Image 0" descr="/home/user/casamentos-app/talks/serasa-ia-automacao/assets/skill-pre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10528" y="1984248"/>
            <a:ext cx="4913071" cy="37581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2026-08-14T10:13:06Z</dcterms:created>
  <dcterms:modified xsi:type="dcterms:W3CDTF">2026-08-14T10:13:06Z</dcterms:modified>
</cp:coreProperties>
</file>