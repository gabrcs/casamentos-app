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
PENDENTE: salvar a foto em assets/bruno.jpg e rodar node make_pptx.js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'vocês perguntam errado'. É que a primeira pergunta pede um julgamento e a segunda pede uma memória — e memória sai mais fiel. Leia as duas respostas em voz alta.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rápido e pare na 2 e na 3 — são as duas em rosa. Diga que este slide está no kit, então ninguém precisa anotar.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Título é a frase inteira: a IA decide quando tem certeza e passa adiante quando não tem. Passe o código devagar. O campo faltou_contexto é o detalhe que ninguém espera.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4200" b="1" spc="-126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60020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foto: salve em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A08B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assets/bruno.jpg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813048" y="1536192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-120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813048" y="2286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-17" kern="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spc="-1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813048" y="2871216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32704" y="287121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29400" y="2871216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763256" y="2871216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813048" y="34015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813048" y="3950208"/>
            <a:ext cx="7720279" cy="1417320"/>
          </a:xfrm>
          <a:prstGeom prst="roundRect">
            <a:avLst>
              <a:gd name="adj" fmla="val 8387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87368" y="4114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087368" y="4370832"/>
            <a:ext cx="71716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ONDE A CONVERSA COMEÇA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conversa, duas perguntas —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respostas muito diferentes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24871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B79A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A PERGUNTA É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58368" y="2743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spc="-1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32004" cy="475488"/>
          </a:xfrm>
          <a:prstGeom prst="rect">
            <a:avLst/>
          </a:prstGeom>
          <a:solidFill>
            <a:srgbClr val="8E7F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35661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i="1" dirty="0">
                <a:solidFill>
                  <a:srgbClr val="D9C8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420624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pronta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sem o processo que ela deveria resolver.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0" y="24871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 A PERGUNTA É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400800" y="2743200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900" spc="-19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400800" y="3584448"/>
            <a:ext cx="32004" cy="47548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35661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i="1" dirty="0">
                <a:solidFill>
                  <a:srgbClr val="D9C8E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aí eu jogo no sistema, copio nome e CPF…”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4937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reais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na ordem em que acontecem.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919472"/>
            <a:ext cx="10874959" cy="10973"/>
          </a:xfrm>
          <a:prstGeom prst="rect">
            <a:avLst/>
          </a:prstGeom>
          <a:solidFill>
            <a:srgbClr val="FFFFFF">
              <a:alpha val="1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12064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segunda não é uma pergunta mais esperta: é uma pergunta mais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fácil de responder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primeira pede um julgamento sobre o próprio trabalho; a segunda pede só uma memória — e memória sai mais fiel.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8368" y="587044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85953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59536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2282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2399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2399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2399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2399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87288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8456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388456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88456" y="3081528"/>
            <a:ext cx="2179244" cy="10973"/>
          </a:xfrm>
          <a:prstGeom prst="rect">
            <a:avLst/>
          </a:prstGeom>
          <a:solidFill>
            <a:srgbClr val="F5C7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8456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951747" y="1874520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52915" y="202082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52915" y="2276856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52915" y="3081528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52915" y="3191256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836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5953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5953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282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2399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62399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2399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2399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87288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88456" y="414223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388456" y="4398264"/>
            <a:ext cx="21792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388456" y="5202936"/>
            <a:ext cx="2179244" cy="10973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88456" y="5312664"/>
            <a:ext cx="21792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951747" y="3995928"/>
            <a:ext cx="2581580" cy="1938528"/>
          </a:xfrm>
          <a:prstGeom prst="roundRect">
            <a:avLst>
              <a:gd name="adj" fmla="val 4717"/>
            </a:avLst>
          </a:prstGeom>
          <a:solidFill>
            <a:srgbClr val="F4F0F9"/>
          </a:solidFill>
          <a:ln w="12700">
            <a:solidFill>
              <a:srgbClr val="EAE3F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52915" y="4379976"/>
            <a:ext cx="21792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DUAS FAZEM 70% DO TRABALHO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9152915" y="4654296"/>
            <a:ext cx="21792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450"/>
              </a:lnSpc>
              <a:buNone/>
            </a:pPr>
            <a:r>
              <a:rPr lang="en-US" sz="1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75234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752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724912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630168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630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602736"/>
            <a:ext cx="50292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617720"/>
            <a:ext cx="5486400" cy="1024128"/>
          </a:xfrm>
          <a:prstGeom prst="roundRect">
            <a:avLst>
              <a:gd name="adj" fmla="val 803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617720"/>
            <a:ext cx="45720" cy="102412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709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937760"/>
            <a:ext cx="5029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pro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Miro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todo mundo já tem, dá pra editar junto na chamada, e o quadro vira o documento do processo em vez de virar mais um anexo.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15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14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321808"/>
            <a:ext cx="10874959" cy="868680"/>
          </a:xfrm>
          <a:prstGeom prst="roundRect">
            <a:avLst>
              <a:gd name="adj" fmla="val 10526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321808"/>
            <a:ext cx="45720" cy="86868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50468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ORDEM DE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b="1" spc="9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PERGUNTAR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1945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1945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5237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fazer com um if?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dá, faça com if.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47091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0383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é, a pessoa decide.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7223760" y="5559552"/>
            <a:ext cx="237744" cy="237744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23760" y="5559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552944" y="552297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dois?
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 revisão por amostragem.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9601200" y="5486400"/>
            <a:ext cx="10973" cy="548640"/>
          </a:xfrm>
          <a:prstGeom prst="rect">
            <a:avLst/>
          </a:prstGeom>
          <a:solidFill>
            <a:srgbClr val="E7C9D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802368" y="55229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pergunta,</a:t>
            </a:r>
            <a:endParaRPr lang="en-US" sz="105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a primeira.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spc="-57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1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50592"/>
            <a:ext cx="4389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96265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547872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13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402336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498848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974336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COMO IA E PESSOA DIVIDEM O TRABALHO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IA não tem certeza, </a:t>
            </a:r>
            <a:pPr indent="0" marL="0">
              <a:lnSpc>
                <a:spcPts val="3100"/>
              </a:lnSpc>
              <a:buNone/>
            </a:pPr>
            <a:r>
              <a:rPr lang="en-US" sz="2900" b="1" spc="-64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passa pra uma pessoa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5029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 · A REGRA DO REPASSE, EM DOZE LINHAS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1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pessoa revisa mesmo?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31920"/>
            <a:ext cx="3886200" cy="1353312"/>
          </a:xfrm>
          <a:prstGeom prst="roundRect">
            <a:avLst>
              <a:gd name="adj" fmla="val 67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069080"/>
            <a:ext cx="3474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5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675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67528"/>
            <a:ext cx="45720" cy="841248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5896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DETALHES QUE DECIDEM SE ISSO FUNCIONA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7842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 o campo faltou_contexto, o modelo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diz “não sei”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ele chuta com confiança alta. “Não sei” precisa ser uma saída permitida no prompt.  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Mande a sugestão junto com o caso: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spc="-59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com que frequência acontecia.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59536"/>
          </a:xfrm>
          <a:prstGeom prst="roundRect">
            <a:avLst>
              <a:gd name="adj" fmla="val 10638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5953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000"/>
              </a:lnSpc>
              <a:buNone/>
            </a:pPr>
            <a:r>
              <a:rPr lang="en-US" sz="2800" b="1" spc="-62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quadro-notacao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quadro de notação no Miro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duplica, troca os nomes das caixas, e já sai pronto pra editar junto.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5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-57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spc="-57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spc="-18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2026-08-13T11:47:44Z</dcterms:created>
  <dcterms:modified xsi:type="dcterms:W3CDTF">2026-08-13T11:47:44Z</dcterms:modified>
</cp:coreProperties>
</file>