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pontuação. Fale a pergunta errada em voz alta e espere o riso de reconhecimento. A linha de baixo é o roteiro — aponte pra ela.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em voz alta, rápido, e pare na 2 e na 3 — são as duas destacadas. Diga que este slide está no kit.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o código linha a linha, devagar. O campo faltou_contexto é o detalhe que ninguém espera — sem ele o modelo nunca diz 'não sei'. O limiar sai do eval, não do chute.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3716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58368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2834640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78024" y="283464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74720" y="28346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08576" y="2834640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3467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1325880"/>
            <a:ext cx="4480560" cy="2377440"/>
          </a:xfrm>
          <a:prstGeom prst="roundRect">
            <a:avLst>
              <a:gd name="adj" fmla="val 5000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5361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6912" y="1810512"/>
            <a:ext cx="3968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0874959" cy="914400"/>
          </a:xfrm>
          <a:prstGeom prst="roundRect">
            <a:avLst>
              <a:gd name="adj" fmla="val 10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160520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519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COMBINADO DESTA PALESTRA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4714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demo de ferramenta. Em 25 minutos você sai com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roteiro de entrevista, uma notação de fluxograma e uma regra de decisão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dá pra aplicar no seu processo amanhã de manhã — mais um kit de arquivos pra baixar no fim.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ISSO COMEÇA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627632"/>
            <a:ext cx="9692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 só devolve </a:t>
            </a:r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que a pessoa já imaginou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3310128"/>
            <a:ext cx="9326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responde com o processo. Responde com “queria um bot que respondesse os chamados”. Aí você automatiza a imaginação de alguém, não o trabalho que existe.
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que funciona é outra: “me conta o que você fez ontem, na ordem.”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58368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meia hora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4650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379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25296" y="18196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852160" y="1819656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as etapas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versão do gestor é a oficial; esta é a que acontece.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258568"/>
            <a:ext cx="10874959" cy="512064"/>
          </a:xfrm>
          <a:prstGeom prst="roundRect">
            <a:avLst>
              <a:gd name="adj" fmla="val 10714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35000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25296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0" y="2331720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uma decisão. E quase sempre vem com a regra junto.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2770632"/>
            <a:ext cx="10874959" cy="512064"/>
          </a:xfrm>
          <a:prstGeom prst="roundRect">
            <a:avLst>
              <a:gd name="adj" fmla="val 10714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8620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25296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852160" y="2843784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É a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caixa que vira script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sem IA nenhuma.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282696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37413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25296" y="3355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852160" y="3355848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não houver resposta,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você não teria como saber que quebrou.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" y="3794760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88620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25296" y="38679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852160" y="3867912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Anote as frases exatas — viram os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30682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39826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25296" y="4379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52160" y="4379976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Volume. Sem ele não dá pra priorizar: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" y="4818888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491032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25296" y="4892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852160" y="4892040"/>
            <a:ext cx="5623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É o número que decide se a etapa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5468112"/>
            <a:ext cx="10874959" cy="822960"/>
          </a:xfrm>
          <a:prstGeom prst="roundRect">
            <a:avLst>
              <a:gd name="adj" fmla="val 1111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468112"/>
            <a:ext cx="45720" cy="82296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5595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DELAS FAZEM 70% DO TRABALHO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4400" y="5779008"/>
            <a:ext cx="10362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 e 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as caixas que viram script. As outras cinco servem pra você saber se vale a pena mexer. Grave a conversa (com permissão) e desenhe em cima da transcrição — não da memória.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679192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679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6517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48386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483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4564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370832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370832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4622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663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pra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Mermaid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draw.io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Mermaid é texto, então versiona no repo e o diff mostra quando o processo mudou.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56120" y="1773936"/>
            <a:ext cx="1402080" cy="304800"/>
          </a:xfrm>
          <a:prstGeom prst="roundRect">
            <a:avLst>
              <a:gd name="adj" fmla="val 15000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86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64" dirty="0"/>
          </a:p>
        </p:txBody>
      </p:sp>
      <p:sp>
        <p:nvSpPr>
          <p:cNvPr id="26" name="Text 24"/>
          <p:cNvSpPr/>
          <p:nvPr/>
        </p:nvSpPr>
        <p:spPr>
          <a:xfrm>
            <a:off x="7056120" y="2273808"/>
            <a:ext cx="1402080" cy="316992"/>
          </a:xfrm>
          <a:prstGeom prst="roundRect">
            <a:avLst>
              <a:gd name="adj" fmla="val 25962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912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12" dirty="0"/>
          </a:p>
        </p:txBody>
      </p:sp>
      <p:sp>
        <p:nvSpPr>
          <p:cNvPr id="27" name="Text 25"/>
          <p:cNvSpPr/>
          <p:nvPr/>
        </p:nvSpPr>
        <p:spPr>
          <a:xfrm>
            <a:off x="7056120" y="2785872"/>
            <a:ext cx="1402080" cy="316992"/>
          </a:xfrm>
          <a:prstGeom prst="roundRect">
            <a:avLst>
              <a:gd name="adj" fmla="val 25962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912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12" dirty="0"/>
          </a:p>
        </p:txBody>
      </p:sp>
      <p:sp>
        <p:nvSpPr>
          <p:cNvPr id="28" name="Text 26"/>
          <p:cNvSpPr/>
          <p:nvPr/>
        </p:nvSpPr>
        <p:spPr>
          <a:xfrm>
            <a:off x="7056120" y="3297936"/>
            <a:ext cx="1402080" cy="316992"/>
          </a:xfrm>
          <a:prstGeom prst="roundRect">
            <a:avLst>
              <a:gd name="adj" fmla="val 25962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912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12" dirty="0"/>
          </a:p>
        </p:txBody>
      </p:sp>
      <p:sp>
        <p:nvSpPr>
          <p:cNvPr id="29" name="Text 27"/>
          <p:cNvSpPr/>
          <p:nvPr/>
        </p:nvSpPr>
        <p:spPr>
          <a:xfrm>
            <a:off x="7056120" y="3834384"/>
            <a:ext cx="1402080" cy="585216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20"/>
              </a:lnSpc>
              <a:buNone/>
            </a:pPr>
            <a:r>
              <a:rPr lang="en-US" sz="81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16" dirty="0"/>
          </a:p>
          <a:p>
            <a:pPr algn="ctr" indent="0" marL="0">
              <a:lnSpc>
                <a:spcPts val="1020"/>
              </a:lnSpc>
              <a:buNone/>
            </a:pPr>
            <a:r>
              <a:rPr lang="en-US" sz="81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16" dirty="0"/>
          </a:p>
        </p:txBody>
      </p:sp>
      <p:sp>
        <p:nvSpPr>
          <p:cNvPr id="30" name="Text 28"/>
          <p:cNvSpPr/>
          <p:nvPr/>
        </p:nvSpPr>
        <p:spPr>
          <a:xfrm>
            <a:off x="8763000" y="3968496"/>
            <a:ext cx="1280160" cy="316992"/>
          </a:xfrm>
          <a:prstGeom prst="roundRect">
            <a:avLst>
              <a:gd name="adj" fmla="val 25962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912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12" dirty="0"/>
          </a:p>
        </p:txBody>
      </p:sp>
      <p:sp>
        <p:nvSpPr>
          <p:cNvPr id="31" name="Text 29"/>
          <p:cNvSpPr/>
          <p:nvPr/>
        </p:nvSpPr>
        <p:spPr>
          <a:xfrm>
            <a:off x="7056120" y="4626864"/>
            <a:ext cx="1402080" cy="316992"/>
          </a:xfrm>
          <a:prstGeom prst="roundRect">
            <a:avLst>
              <a:gd name="adj" fmla="val 25962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40"/>
              </a:lnSpc>
              <a:buNone/>
            </a:pPr>
            <a:r>
              <a:rPr lang="en-US" sz="912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12" dirty="0"/>
          </a:p>
        </p:txBody>
      </p:sp>
      <p:sp>
        <p:nvSpPr>
          <p:cNvPr id="32" name="Text 30"/>
          <p:cNvSpPr/>
          <p:nvPr/>
        </p:nvSpPr>
        <p:spPr>
          <a:xfrm>
            <a:off x="9555480" y="4626864"/>
            <a:ext cx="609600" cy="316992"/>
          </a:xfrm>
          <a:prstGeom prst="roundRect">
            <a:avLst>
              <a:gd name="adj" fmla="val 144231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86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64" dirty="0"/>
          </a:p>
        </p:txBody>
      </p:sp>
      <p:sp>
        <p:nvSpPr>
          <p:cNvPr id="33" name="Shape 31"/>
          <p:cNvSpPr/>
          <p:nvPr/>
        </p:nvSpPr>
        <p:spPr>
          <a:xfrm>
            <a:off x="7757160" y="2078736"/>
            <a:ext cx="0" cy="15849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57160" y="2590800"/>
            <a:ext cx="0" cy="15849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757160" y="3102864"/>
            <a:ext cx="0" cy="15849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757160" y="3614928"/>
            <a:ext cx="0" cy="18288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458200" y="4126992"/>
            <a:ext cx="26822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757160" y="4419600"/>
            <a:ext cx="0" cy="17068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403080" y="4285488"/>
            <a:ext cx="0" cy="19507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153400" y="4480560"/>
            <a:ext cx="1249680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153400" y="4480560"/>
            <a:ext cx="0" cy="10972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458200" y="4785360"/>
            <a:ext cx="106070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506968" y="3962400"/>
            <a:ext cx="243840" cy="134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36"/>
              </a:lnSpc>
              <a:buNone/>
            </a:pPr>
            <a:r>
              <a:rPr lang="en-US" sz="72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7824216" y="4437888"/>
            <a:ext cx="243840" cy="134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36"/>
              </a:lnSpc>
              <a:buNone/>
            </a:pPr>
            <a:r>
              <a:rPr lang="en-US" sz="72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7056120" y="5065776"/>
            <a:ext cx="2011680" cy="134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98"/>
              </a:lnSpc>
              <a:buNone/>
            </a:pPr>
            <a:r>
              <a:rPr lang="en-US" sz="76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68" dirty="0"/>
          </a:p>
        </p:txBody>
      </p:sp>
      <p:sp>
        <p:nvSpPr>
          <p:cNvPr id="46" name="Text 44"/>
          <p:cNvSpPr/>
          <p:nvPr/>
        </p:nvSpPr>
        <p:spPr>
          <a:xfrm>
            <a:off x="7056120" y="5212080"/>
            <a:ext cx="2316480" cy="134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61"/>
              </a:lnSpc>
              <a:buNone/>
            </a:pPr>
            <a:r>
              <a:rPr lang="en-US" sz="81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16" dirty="0"/>
          </a:p>
        </p:txBody>
      </p:sp>
      <p:sp>
        <p:nvSpPr>
          <p:cNvPr id="47" name="Shape 45"/>
          <p:cNvSpPr/>
          <p:nvPr/>
        </p:nvSpPr>
        <p:spPr>
          <a:xfrm>
            <a:off x="658368" y="5504688"/>
            <a:ext cx="10874959" cy="768096"/>
          </a:xfrm>
          <a:prstGeom prst="roundRect">
            <a:avLst>
              <a:gd name="adj" fmla="val 11905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504688"/>
            <a:ext cx="45720" cy="76809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5961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ACABOU DE ACONTECER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914400" y="5815584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por isso que a pergunta 2 vale por três. E repare: até aqui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Quem não consegue fechar as setas descobriu que tem dois processos, não um.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12 mil chamados/mês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257800"/>
            <a:ext cx="10874959" cy="822960"/>
          </a:xfrm>
          <a:prstGeom prst="roundRect">
            <a:avLst>
              <a:gd name="adj" fmla="val 1111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257800"/>
            <a:ext cx="45720" cy="82296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349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 PERGUNTAR — UMA VEZ POR CAIXA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14400" y="5568696"/>
            <a:ext cx="10362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Dá pra fazer com um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Se dá, faça com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dá, o erro é caro e irreversível? Se é, humano decide (ou a IA propõe e o humano aprova).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é, IA com revisão por amostragem.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terceira pergunta, nunca a primeira.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99789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99789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99789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99789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99789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221094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99789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59557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2029968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029968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029968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029968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60147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029968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79084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99200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99200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60147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917899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109376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946774" y="2618072"/>
            <a:ext cx="1371600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946774" y="3224463"/>
            <a:ext cx="1371600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12.000/mês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946774" y="3830855"/>
            <a:ext cx="1371600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9.000/mês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94825" y="4624939"/>
            <a:ext cx="1010653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300/mês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99789" y="5743876"/>
            <a:ext cx="721895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323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816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429000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6027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8953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mil decisões ambíguas por mês com erro tolerável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3525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julgamentos irreversíveis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80974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ONDE A IA VIRA SOLUÇÃO DE VERDADE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humano na alça são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linhas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um teste pra ver se ele é real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checkpoint é real?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50208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114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777240"/>
          </a:xfrm>
          <a:prstGeom prst="roundRect">
            <a:avLst>
              <a:gd name="adj" fmla="val 11765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49240"/>
            <a:ext cx="45720" cy="77724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40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60136"/>
            <a:ext cx="103628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“não sei”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“Não sei” precisa ser saída válida e explicitamente permitida no prompt. E escalone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sugestão junto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fila que chega em branco custa o mesmo que não ter automação.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468112"/>
            <a:ext cx="10874959" cy="822960"/>
          </a:xfrm>
          <a:prstGeom prst="roundRect">
            <a:avLst>
              <a:gd name="adj" fmla="val 1111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468112"/>
            <a:ext cx="45720" cy="82296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55955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CONFUSÕES DE VOCABULÁRIO QUE ATRAPALHAM A CONVERSA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914400" y="5779008"/>
            <a:ext cx="10362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um agente que usa modelos.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 dentro.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não orquestra 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gatilho: ótimo pra disparar, ruim pra manter estado entre etapas.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quantas vezes por mês.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notacao.mmd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fluxograma em Mermaid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copia, troca os nomes das caixas, versiona no repo.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volume/mês,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2026-08-12T12:59:29Z</dcterms:created>
  <dcterms:modified xsi:type="dcterms:W3CDTF">2026-08-12T12:59:29Z</dcterms:modified>
</cp:coreProperties>
</file>