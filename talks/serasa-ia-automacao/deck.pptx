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'vocês perguntam errado'. É que a primeira pergunta pede um julgamento e a segunda pede uma memória — e memória sai mais fiel. Leia as duas respostas em voz alta.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3716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58368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2834640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78024" y="283464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74720" y="28346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08576" y="2834640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3467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1325880"/>
            <a:ext cx="4480560" cy="2377440"/>
          </a:xfrm>
          <a:prstGeom prst="roundRect">
            <a:avLst>
              <a:gd name="adj" fmla="val 5000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5361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6912" y="1810512"/>
            <a:ext cx="3968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conversa, duas perguntas —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respostas muito diferentes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24871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A PERGUNTA É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58368" y="2743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spc="-1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32004" cy="475488"/>
          </a:xfrm>
          <a:prstGeom prst="rect">
            <a:avLst/>
          </a:prstGeom>
          <a:solidFill>
            <a:srgbClr val="8E7F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5661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i="1" dirty="0">
                <a:solidFill>
                  <a:srgbClr val="D9C8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420624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pronta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sem o processo que ela deveria resolver.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0" y="24871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A PERGUNTA É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spc="-1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0" y="3584448"/>
            <a:ext cx="32004" cy="47548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35661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i="1" dirty="0">
                <a:solidFill>
                  <a:srgbClr val="D9C8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reais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 ordem em que acontecem.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919472"/>
            <a:ext cx="10874959" cy="10973"/>
          </a:xfrm>
          <a:prstGeom prst="rect">
            <a:avLst/>
          </a:prstGeom>
          <a:solidFill>
            <a:srgbClr val="FFFFFF">
              <a:alpha val="1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12064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uma pergunta mais esperta: é uma pergunta mais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fácil de responder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julgamento sobre o próprio trabalho; a segunda pede só uma memória — e memória sai mais fiel.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com que frequência acontecia.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quadro-notacao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notação no Miro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duplica, troca os nomes das caixas, e já sai pronto pra editar junto.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2026-08-13T11:39:46Z</dcterms:created>
  <dcterms:modified xsi:type="dcterms:W3CDTF">2026-08-13T11:39:46Z</dcterms:modified>
</cp:coreProperties>
</file>