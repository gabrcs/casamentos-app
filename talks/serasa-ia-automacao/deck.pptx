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
PENDENTE: salvar a foto em assets/bruno.jpg e rodar node make_pptx.js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cartas têm a mesma anatomia de propósito: a plateia compara direto o desfecho, 'uma solução' contra 'o processo'. Não é que a pergunta 1 seja proibida — ela pergunta sobre o futuro que a pessoa imagina, e a 2 pergunta sobre o presente que ela executa.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foto: salve em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assets/bruno.jpg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813048" y="153619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81304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13048" y="2871216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32704" y="287121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871216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63256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3048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13048" y="3950208"/>
            <a:ext cx="7720279" cy="1417320"/>
          </a:xfrm>
          <a:prstGeom prst="roundRect">
            <a:avLst>
              <a:gd name="adj" fmla="val 8387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87368" y="4370832"/>
            <a:ext cx="7171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para o </a:t>
            </a:r>
            <a:pPr indent="0" marL="0">
              <a:buNone/>
            </a:pPr>
            <a:r>
              <a:rPr lang="en-US" sz="2900" b="1" spc="-64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processo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5C2470"/>
          </a:solidFill>
          <a:ln w="12700">
            <a:solidFill>
              <a:srgbClr val="8E6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5097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0976" y="3410712"/>
            <a:ext cx="4669384" cy="10973"/>
          </a:xfrm>
          <a:prstGeom prst="rect">
            <a:avLst/>
          </a:prstGeom>
          <a:solidFill>
            <a:srgbClr val="8E6F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5097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5097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9B8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5097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278728" y="1965960"/>
            <a:ext cx="5254600" cy="3108960"/>
          </a:xfrm>
          <a:prstGeom prst="roundRect">
            <a:avLst>
              <a:gd name="adj" fmla="val 3235"/>
            </a:avLst>
          </a:prstGeom>
          <a:solidFill>
            <a:srgbClr val="6A1350"/>
          </a:solidFill>
          <a:ln w="12700">
            <a:solidFill>
              <a:srgbClr val="FF8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1336" y="2203704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71336" y="2496312"/>
            <a:ext cx="46693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571336" y="3410712"/>
            <a:ext cx="4669384" cy="10973"/>
          </a:xfrm>
          <a:prstGeom prst="rect">
            <a:avLst/>
          </a:prstGeom>
          <a:solidFill>
            <a:srgbClr val="C26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1336" y="3557016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 QUE VEM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71336" y="3758184"/>
            <a:ext cx="466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CC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71336" y="4361688"/>
            <a:ext cx="466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10" kern="0" dirty="0">
                <a:solidFill>
                  <a:srgbClr val="C98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RECEBE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71336" y="4562856"/>
            <a:ext cx="466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53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mais esperta — ela só pergunta sobre o </a:t>
            </a:r>
            <a:pPr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</a:t>
            </a:r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palpite sobre o que deveria mudar; a segunda pede a descrição do que já acontece, e isso qualquer pessoa dá com precisão.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“Como você faz esse processo hoje? Me conta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com que frequência acontecia.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quadro-notacao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notação no Miro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duplica, troca os nomes das caixas, e já sai pronto pra editar junto.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frequência,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2026-08-13T11:55:56Z</dcterms:created>
  <dcterms:modified xsi:type="dcterms:W3CDTF">2026-08-13T11:55:56Z</dcterms:modified>
</cp:coreProperties>
</file>